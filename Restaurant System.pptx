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8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55182F-8B48-49A7-8AAA-5DB1CAE5A7C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683E9D-B92C-4E88-9049-637F6DC8D1B8}">
      <dgm:prSet/>
      <dgm:spPr/>
      <dgm:t>
        <a:bodyPr/>
        <a:lstStyle/>
        <a:p>
          <a:r>
            <a:rPr lang="en-US"/>
            <a:t>Register</a:t>
          </a:r>
        </a:p>
      </dgm:t>
    </dgm:pt>
    <dgm:pt modelId="{C970EACA-BAD8-4BA2-89B1-E11CE877F757}" type="parTrans" cxnId="{2256CB95-FE0E-4A9B-810C-3448CEA4EE7E}">
      <dgm:prSet/>
      <dgm:spPr/>
      <dgm:t>
        <a:bodyPr/>
        <a:lstStyle/>
        <a:p>
          <a:endParaRPr lang="en-US"/>
        </a:p>
      </dgm:t>
    </dgm:pt>
    <dgm:pt modelId="{4C3FF501-5E1D-426D-8FBB-C79B242FE22B}" type="sibTrans" cxnId="{2256CB95-FE0E-4A9B-810C-3448CEA4EE7E}">
      <dgm:prSet/>
      <dgm:spPr/>
      <dgm:t>
        <a:bodyPr/>
        <a:lstStyle/>
        <a:p>
          <a:endParaRPr lang="en-US"/>
        </a:p>
      </dgm:t>
    </dgm:pt>
    <dgm:pt modelId="{42295D94-61FA-486C-9C89-1A024321A6A1}">
      <dgm:prSet/>
      <dgm:spPr/>
      <dgm:t>
        <a:bodyPr/>
        <a:lstStyle/>
        <a:p>
          <a:r>
            <a:rPr lang="en-US" dirty="0"/>
            <a:t>Sign in</a:t>
          </a:r>
        </a:p>
      </dgm:t>
    </dgm:pt>
    <dgm:pt modelId="{9D370AF0-9D50-4D7F-9162-2EF1DD7DC889}" type="parTrans" cxnId="{DFA343AB-BBC1-4046-A6B5-F10DF332A748}">
      <dgm:prSet/>
      <dgm:spPr/>
      <dgm:t>
        <a:bodyPr/>
        <a:lstStyle/>
        <a:p>
          <a:endParaRPr lang="en-US"/>
        </a:p>
      </dgm:t>
    </dgm:pt>
    <dgm:pt modelId="{6D4A0275-1E59-4C86-BC43-D03BF0DA1B16}" type="sibTrans" cxnId="{DFA343AB-BBC1-4046-A6B5-F10DF332A748}">
      <dgm:prSet/>
      <dgm:spPr/>
      <dgm:t>
        <a:bodyPr/>
        <a:lstStyle/>
        <a:p>
          <a:endParaRPr lang="en-US"/>
        </a:p>
      </dgm:t>
    </dgm:pt>
    <dgm:pt modelId="{07E34BD7-5A1B-4705-81EE-4739DAA56A44}">
      <dgm:prSet/>
      <dgm:spPr/>
      <dgm:t>
        <a:bodyPr/>
        <a:lstStyle/>
        <a:p>
          <a:r>
            <a:rPr lang="en-US"/>
            <a:t>Add meal</a:t>
          </a:r>
        </a:p>
      </dgm:t>
    </dgm:pt>
    <dgm:pt modelId="{0C1DDCD8-5E93-46EE-BDAB-D55B059B8BA7}" type="parTrans" cxnId="{EF2774FB-1071-454D-A4B2-500E60A119CD}">
      <dgm:prSet/>
      <dgm:spPr/>
      <dgm:t>
        <a:bodyPr/>
        <a:lstStyle/>
        <a:p>
          <a:endParaRPr lang="en-US"/>
        </a:p>
      </dgm:t>
    </dgm:pt>
    <dgm:pt modelId="{12817695-5213-491F-85C1-817CFEA66245}" type="sibTrans" cxnId="{EF2774FB-1071-454D-A4B2-500E60A119CD}">
      <dgm:prSet/>
      <dgm:spPr/>
      <dgm:t>
        <a:bodyPr/>
        <a:lstStyle/>
        <a:p>
          <a:endParaRPr lang="en-US"/>
        </a:p>
      </dgm:t>
    </dgm:pt>
    <dgm:pt modelId="{7C97B2F3-D5FF-4555-9DCF-D98BCD2CD327}">
      <dgm:prSet/>
      <dgm:spPr/>
      <dgm:t>
        <a:bodyPr/>
        <a:lstStyle/>
        <a:p>
          <a:r>
            <a:rPr lang="en-US"/>
            <a:t>Delete meal</a:t>
          </a:r>
        </a:p>
      </dgm:t>
    </dgm:pt>
    <dgm:pt modelId="{9EDAD659-634E-4A86-817A-EDEE8402AC56}" type="parTrans" cxnId="{A1CEDFC6-1EF4-4B40-8412-8ED3ABDCBF1C}">
      <dgm:prSet/>
      <dgm:spPr/>
      <dgm:t>
        <a:bodyPr/>
        <a:lstStyle/>
        <a:p>
          <a:endParaRPr lang="en-US"/>
        </a:p>
      </dgm:t>
    </dgm:pt>
    <dgm:pt modelId="{4495C945-93B7-4E33-8F27-9CA8A8B246AC}" type="sibTrans" cxnId="{A1CEDFC6-1EF4-4B40-8412-8ED3ABDCBF1C}">
      <dgm:prSet/>
      <dgm:spPr/>
      <dgm:t>
        <a:bodyPr/>
        <a:lstStyle/>
        <a:p>
          <a:endParaRPr lang="en-US"/>
        </a:p>
      </dgm:t>
    </dgm:pt>
    <dgm:pt modelId="{31CB577F-B24B-4CF4-A7FD-3E3B21D85D40}">
      <dgm:prSet/>
      <dgm:spPr/>
      <dgm:t>
        <a:bodyPr/>
        <a:lstStyle/>
        <a:p>
          <a:r>
            <a:rPr lang="en-US"/>
            <a:t>Modify meal</a:t>
          </a:r>
        </a:p>
      </dgm:t>
    </dgm:pt>
    <dgm:pt modelId="{73FD9CA7-12EC-472F-860C-5D8C7BB71475}" type="parTrans" cxnId="{C1CAE65F-EC4C-4792-84B3-A367FBE11B89}">
      <dgm:prSet/>
      <dgm:spPr/>
      <dgm:t>
        <a:bodyPr/>
        <a:lstStyle/>
        <a:p>
          <a:endParaRPr lang="en-US"/>
        </a:p>
      </dgm:t>
    </dgm:pt>
    <dgm:pt modelId="{AF402AE7-8146-48F7-9879-3F2654D6D0DA}" type="sibTrans" cxnId="{C1CAE65F-EC4C-4792-84B3-A367FBE11B89}">
      <dgm:prSet/>
      <dgm:spPr/>
      <dgm:t>
        <a:bodyPr/>
        <a:lstStyle/>
        <a:p>
          <a:endParaRPr lang="en-US"/>
        </a:p>
      </dgm:t>
    </dgm:pt>
    <dgm:pt modelId="{71968D9F-1879-4469-B308-120EDE03A632}">
      <dgm:prSet/>
      <dgm:spPr/>
      <dgm:t>
        <a:bodyPr/>
        <a:lstStyle/>
        <a:p>
          <a:r>
            <a:rPr lang="en-US"/>
            <a:t>Empty form</a:t>
          </a:r>
        </a:p>
      </dgm:t>
    </dgm:pt>
    <dgm:pt modelId="{8644E44F-70AB-4434-83EF-0560EA455F6E}" type="parTrans" cxnId="{069B97DD-8EB5-43D7-AB36-1152B590E8E7}">
      <dgm:prSet/>
      <dgm:spPr/>
      <dgm:t>
        <a:bodyPr/>
        <a:lstStyle/>
        <a:p>
          <a:endParaRPr lang="en-US"/>
        </a:p>
      </dgm:t>
    </dgm:pt>
    <dgm:pt modelId="{C34E6FFC-4609-48A2-8BE0-2F3A8D828C42}" type="sibTrans" cxnId="{069B97DD-8EB5-43D7-AB36-1152B590E8E7}">
      <dgm:prSet/>
      <dgm:spPr/>
      <dgm:t>
        <a:bodyPr/>
        <a:lstStyle/>
        <a:p>
          <a:endParaRPr lang="en-US"/>
        </a:p>
      </dgm:t>
    </dgm:pt>
    <dgm:pt modelId="{30B05C1C-AFD0-42EF-8130-051238458A94}">
      <dgm:prSet/>
      <dgm:spPr/>
      <dgm:t>
        <a:bodyPr/>
        <a:lstStyle/>
        <a:p>
          <a:r>
            <a:rPr lang="en-US" dirty="0"/>
            <a:t>Search about meal</a:t>
          </a:r>
        </a:p>
      </dgm:t>
    </dgm:pt>
    <dgm:pt modelId="{25531236-A71C-4FAC-869C-2FA02FDB9F42}" type="parTrans" cxnId="{6FEA38E6-754D-40B8-B39F-F68C0CF92DD0}">
      <dgm:prSet/>
      <dgm:spPr/>
      <dgm:t>
        <a:bodyPr/>
        <a:lstStyle/>
        <a:p>
          <a:endParaRPr lang="en-US"/>
        </a:p>
      </dgm:t>
    </dgm:pt>
    <dgm:pt modelId="{9047EC91-15E7-4245-A4C1-DE1CA23C5706}" type="sibTrans" cxnId="{6FEA38E6-754D-40B8-B39F-F68C0CF92DD0}">
      <dgm:prSet/>
      <dgm:spPr/>
      <dgm:t>
        <a:bodyPr/>
        <a:lstStyle/>
        <a:p>
          <a:endParaRPr lang="en-US"/>
        </a:p>
      </dgm:t>
    </dgm:pt>
    <dgm:pt modelId="{2B172585-FA2A-4480-8B42-62964A889836}">
      <dgm:prSet/>
      <dgm:spPr/>
      <dgm:t>
        <a:bodyPr/>
        <a:lstStyle/>
        <a:p>
          <a:r>
            <a:rPr lang="en-US" dirty="0"/>
            <a:t>Add drink</a:t>
          </a:r>
        </a:p>
      </dgm:t>
    </dgm:pt>
    <dgm:pt modelId="{4033AE4E-2E47-4DFD-BF8D-D5D480C32BB7}" type="parTrans" cxnId="{1ECB2DE7-2B82-44E4-B762-73E8882002C8}">
      <dgm:prSet/>
      <dgm:spPr/>
      <dgm:t>
        <a:bodyPr/>
        <a:lstStyle/>
        <a:p>
          <a:endParaRPr lang="en-US"/>
        </a:p>
      </dgm:t>
    </dgm:pt>
    <dgm:pt modelId="{1782B965-2366-4705-B6F1-A120E4B51713}" type="sibTrans" cxnId="{1ECB2DE7-2B82-44E4-B762-73E8882002C8}">
      <dgm:prSet/>
      <dgm:spPr/>
      <dgm:t>
        <a:bodyPr/>
        <a:lstStyle/>
        <a:p>
          <a:endParaRPr lang="en-US"/>
        </a:p>
      </dgm:t>
    </dgm:pt>
    <dgm:pt modelId="{074F543D-3969-4F13-A574-F3BB96C02108}">
      <dgm:prSet/>
      <dgm:spPr/>
      <dgm:t>
        <a:bodyPr/>
        <a:lstStyle/>
        <a:p>
          <a:r>
            <a:rPr lang="en-US" dirty="0"/>
            <a:t>Delete drink</a:t>
          </a:r>
        </a:p>
      </dgm:t>
    </dgm:pt>
    <dgm:pt modelId="{151C0E84-C991-4043-BC56-B798CEE7B78C}" type="parTrans" cxnId="{0089041B-2362-4A1E-BB4F-81E2A49DCC57}">
      <dgm:prSet/>
      <dgm:spPr/>
      <dgm:t>
        <a:bodyPr/>
        <a:lstStyle/>
        <a:p>
          <a:endParaRPr lang="en-US"/>
        </a:p>
      </dgm:t>
    </dgm:pt>
    <dgm:pt modelId="{7315C5AC-8B04-40D1-A01B-289552DC857F}" type="sibTrans" cxnId="{0089041B-2362-4A1E-BB4F-81E2A49DCC57}">
      <dgm:prSet/>
      <dgm:spPr/>
      <dgm:t>
        <a:bodyPr/>
        <a:lstStyle/>
        <a:p>
          <a:endParaRPr lang="en-US"/>
        </a:p>
      </dgm:t>
    </dgm:pt>
    <dgm:pt modelId="{00B09B27-BA8D-4D17-B8FD-76AAD1A3C468}">
      <dgm:prSet/>
      <dgm:spPr/>
      <dgm:t>
        <a:bodyPr/>
        <a:lstStyle/>
        <a:p>
          <a:r>
            <a:rPr lang="en-US" dirty="0"/>
            <a:t>Modify drink</a:t>
          </a:r>
        </a:p>
      </dgm:t>
    </dgm:pt>
    <dgm:pt modelId="{92E1287F-1266-41C2-BB62-31D512A548A3}" type="parTrans" cxnId="{C42C46E7-7265-4D79-94AB-7185AB91BC84}">
      <dgm:prSet/>
      <dgm:spPr/>
      <dgm:t>
        <a:bodyPr/>
        <a:lstStyle/>
        <a:p>
          <a:endParaRPr lang="en-US"/>
        </a:p>
      </dgm:t>
    </dgm:pt>
    <dgm:pt modelId="{09785132-654A-4B28-90A1-CD81D249C09E}" type="sibTrans" cxnId="{C42C46E7-7265-4D79-94AB-7185AB91BC84}">
      <dgm:prSet/>
      <dgm:spPr/>
      <dgm:t>
        <a:bodyPr/>
        <a:lstStyle/>
        <a:p>
          <a:endParaRPr lang="en-US"/>
        </a:p>
      </dgm:t>
    </dgm:pt>
    <dgm:pt modelId="{19146FA9-62BB-4F04-85DC-FCEFC599708E}">
      <dgm:prSet/>
      <dgm:spPr/>
      <dgm:t>
        <a:bodyPr/>
        <a:lstStyle/>
        <a:p>
          <a:r>
            <a:rPr lang="en-US" dirty="0"/>
            <a:t>Search about drink</a:t>
          </a:r>
        </a:p>
      </dgm:t>
    </dgm:pt>
    <dgm:pt modelId="{E1713720-D7B1-41A2-9780-869C7C4F7352}" type="parTrans" cxnId="{00252563-06BC-41C6-A899-1278D3A0164A}">
      <dgm:prSet/>
      <dgm:spPr/>
      <dgm:t>
        <a:bodyPr/>
        <a:lstStyle/>
        <a:p>
          <a:endParaRPr lang="en-US"/>
        </a:p>
      </dgm:t>
    </dgm:pt>
    <dgm:pt modelId="{4607247E-E85F-4E27-BFA7-93A541F1C8E8}" type="sibTrans" cxnId="{00252563-06BC-41C6-A899-1278D3A0164A}">
      <dgm:prSet/>
      <dgm:spPr/>
      <dgm:t>
        <a:bodyPr/>
        <a:lstStyle/>
        <a:p>
          <a:endParaRPr lang="en-US"/>
        </a:p>
      </dgm:t>
    </dgm:pt>
    <dgm:pt modelId="{BC07C451-BC34-4972-B305-BFA9125E973D}">
      <dgm:prSet/>
      <dgm:spPr/>
      <dgm:t>
        <a:bodyPr/>
        <a:lstStyle/>
        <a:p>
          <a:r>
            <a:rPr lang="en-US" dirty="0"/>
            <a:t>Log out</a:t>
          </a:r>
        </a:p>
      </dgm:t>
    </dgm:pt>
    <dgm:pt modelId="{CA163C99-E45B-4F11-A38E-68A1F82A08A1}" type="parTrans" cxnId="{ABB8D2BC-7372-4D95-AEB4-DFFBBB792777}">
      <dgm:prSet/>
      <dgm:spPr/>
      <dgm:t>
        <a:bodyPr/>
        <a:lstStyle/>
        <a:p>
          <a:endParaRPr lang="en-US"/>
        </a:p>
      </dgm:t>
    </dgm:pt>
    <dgm:pt modelId="{EDA77D23-C9CD-4BDD-83E1-3EE1D23F603E}" type="sibTrans" cxnId="{ABB8D2BC-7372-4D95-AEB4-DFFBBB792777}">
      <dgm:prSet/>
      <dgm:spPr/>
      <dgm:t>
        <a:bodyPr/>
        <a:lstStyle/>
        <a:p>
          <a:endParaRPr lang="en-US"/>
        </a:p>
      </dgm:t>
    </dgm:pt>
    <dgm:pt modelId="{F23D7AE3-008D-453F-876A-8276DFD7B8D7}">
      <dgm:prSet/>
      <dgm:spPr/>
      <dgm:t>
        <a:bodyPr/>
        <a:lstStyle/>
        <a:p>
          <a:r>
            <a:rPr lang="en-US" dirty="0"/>
            <a:t>Exit</a:t>
          </a:r>
        </a:p>
      </dgm:t>
    </dgm:pt>
    <dgm:pt modelId="{8CA8668E-A042-431D-A3F2-71EAEE8DE387}" type="parTrans" cxnId="{D42BE8FD-FD05-41A7-B9EB-DDDEE01CCF72}">
      <dgm:prSet/>
      <dgm:spPr/>
      <dgm:t>
        <a:bodyPr/>
        <a:lstStyle/>
        <a:p>
          <a:endParaRPr lang="en-US"/>
        </a:p>
      </dgm:t>
    </dgm:pt>
    <dgm:pt modelId="{CDEB7190-6C62-4338-A27C-353266386484}" type="sibTrans" cxnId="{D42BE8FD-FD05-41A7-B9EB-DDDEE01CCF72}">
      <dgm:prSet/>
      <dgm:spPr/>
      <dgm:t>
        <a:bodyPr/>
        <a:lstStyle/>
        <a:p>
          <a:endParaRPr lang="en-US"/>
        </a:p>
      </dgm:t>
    </dgm:pt>
    <dgm:pt modelId="{DAF2ED48-6755-45A9-8C98-94E92FBD5DFD}" type="pres">
      <dgm:prSet presAssocID="{C855182F-8B48-49A7-8AAA-5DB1CAE5A7C1}" presName="diagram" presStyleCnt="0">
        <dgm:presLayoutVars>
          <dgm:dir/>
          <dgm:resizeHandles val="exact"/>
        </dgm:presLayoutVars>
      </dgm:prSet>
      <dgm:spPr/>
    </dgm:pt>
    <dgm:pt modelId="{CEEAF0CF-5D1A-486E-AA78-EE878836B391}" type="pres">
      <dgm:prSet presAssocID="{6A683E9D-B92C-4E88-9049-637F6DC8D1B8}" presName="node" presStyleLbl="node1" presStyleIdx="0" presStyleCnt="13">
        <dgm:presLayoutVars>
          <dgm:bulletEnabled val="1"/>
        </dgm:presLayoutVars>
      </dgm:prSet>
      <dgm:spPr/>
    </dgm:pt>
    <dgm:pt modelId="{50C7604F-C5ED-410C-8359-399B729F0139}" type="pres">
      <dgm:prSet presAssocID="{4C3FF501-5E1D-426D-8FBB-C79B242FE22B}" presName="sibTrans" presStyleCnt="0"/>
      <dgm:spPr/>
    </dgm:pt>
    <dgm:pt modelId="{DBFCD245-FA74-4549-B8AB-45EC03FFF4D1}" type="pres">
      <dgm:prSet presAssocID="{42295D94-61FA-486C-9C89-1A024321A6A1}" presName="node" presStyleLbl="node1" presStyleIdx="1" presStyleCnt="13">
        <dgm:presLayoutVars>
          <dgm:bulletEnabled val="1"/>
        </dgm:presLayoutVars>
      </dgm:prSet>
      <dgm:spPr/>
    </dgm:pt>
    <dgm:pt modelId="{362794BD-840A-4350-B672-4F4261F81D0E}" type="pres">
      <dgm:prSet presAssocID="{6D4A0275-1E59-4C86-BC43-D03BF0DA1B16}" presName="sibTrans" presStyleCnt="0"/>
      <dgm:spPr/>
    </dgm:pt>
    <dgm:pt modelId="{105163B5-4C29-4EF5-813A-18FE13E7FE06}" type="pres">
      <dgm:prSet presAssocID="{07E34BD7-5A1B-4705-81EE-4739DAA56A44}" presName="node" presStyleLbl="node1" presStyleIdx="2" presStyleCnt="13">
        <dgm:presLayoutVars>
          <dgm:bulletEnabled val="1"/>
        </dgm:presLayoutVars>
      </dgm:prSet>
      <dgm:spPr/>
    </dgm:pt>
    <dgm:pt modelId="{D303CB2A-16FA-4518-BB5F-A4ADAEE5D457}" type="pres">
      <dgm:prSet presAssocID="{12817695-5213-491F-85C1-817CFEA66245}" presName="sibTrans" presStyleCnt="0"/>
      <dgm:spPr/>
    </dgm:pt>
    <dgm:pt modelId="{4E499D4C-93D6-4FF0-AE1C-C131709D38B3}" type="pres">
      <dgm:prSet presAssocID="{7C97B2F3-D5FF-4555-9DCF-D98BCD2CD327}" presName="node" presStyleLbl="node1" presStyleIdx="3" presStyleCnt="13">
        <dgm:presLayoutVars>
          <dgm:bulletEnabled val="1"/>
        </dgm:presLayoutVars>
      </dgm:prSet>
      <dgm:spPr/>
    </dgm:pt>
    <dgm:pt modelId="{8FF6B6BF-2145-49F3-9E69-2150AF40954E}" type="pres">
      <dgm:prSet presAssocID="{4495C945-93B7-4E33-8F27-9CA8A8B246AC}" presName="sibTrans" presStyleCnt="0"/>
      <dgm:spPr/>
    </dgm:pt>
    <dgm:pt modelId="{CB814ABC-B1C9-42AD-8485-AF86C042AD50}" type="pres">
      <dgm:prSet presAssocID="{31CB577F-B24B-4CF4-A7FD-3E3B21D85D40}" presName="node" presStyleLbl="node1" presStyleIdx="4" presStyleCnt="13">
        <dgm:presLayoutVars>
          <dgm:bulletEnabled val="1"/>
        </dgm:presLayoutVars>
      </dgm:prSet>
      <dgm:spPr/>
    </dgm:pt>
    <dgm:pt modelId="{A5F065EB-069C-4C15-B4B0-B68FED10795E}" type="pres">
      <dgm:prSet presAssocID="{AF402AE7-8146-48F7-9879-3F2654D6D0DA}" presName="sibTrans" presStyleCnt="0"/>
      <dgm:spPr/>
    </dgm:pt>
    <dgm:pt modelId="{245BA520-09FE-4008-A4E1-8C17628FD94B}" type="pres">
      <dgm:prSet presAssocID="{71968D9F-1879-4469-B308-120EDE03A632}" presName="node" presStyleLbl="node1" presStyleIdx="5" presStyleCnt="13">
        <dgm:presLayoutVars>
          <dgm:bulletEnabled val="1"/>
        </dgm:presLayoutVars>
      </dgm:prSet>
      <dgm:spPr/>
    </dgm:pt>
    <dgm:pt modelId="{CA3457DB-6CAD-473D-8D73-C1CA164439F1}" type="pres">
      <dgm:prSet presAssocID="{C34E6FFC-4609-48A2-8BE0-2F3A8D828C42}" presName="sibTrans" presStyleCnt="0"/>
      <dgm:spPr/>
    </dgm:pt>
    <dgm:pt modelId="{6A930A3E-41A2-483F-8910-B578B87FB2FC}" type="pres">
      <dgm:prSet presAssocID="{30B05C1C-AFD0-42EF-8130-051238458A94}" presName="node" presStyleLbl="node1" presStyleIdx="6" presStyleCnt="13">
        <dgm:presLayoutVars>
          <dgm:bulletEnabled val="1"/>
        </dgm:presLayoutVars>
      </dgm:prSet>
      <dgm:spPr/>
    </dgm:pt>
    <dgm:pt modelId="{0D9E4D4C-F4D6-4F9A-973B-A28015B2840C}" type="pres">
      <dgm:prSet presAssocID="{9047EC91-15E7-4245-A4C1-DE1CA23C5706}" presName="sibTrans" presStyleCnt="0"/>
      <dgm:spPr/>
    </dgm:pt>
    <dgm:pt modelId="{5AC7265B-109C-4EEC-B3CC-C07D280A9729}" type="pres">
      <dgm:prSet presAssocID="{2B172585-FA2A-4480-8B42-62964A889836}" presName="node" presStyleLbl="node1" presStyleIdx="7" presStyleCnt="13">
        <dgm:presLayoutVars>
          <dgm:bulletEnabled val="1"/>
        </dgm:presLayoutVars>
      </dgm:prSet>
      <dgm:spPr/>
    </dgm:pt>
    <dgm:pt modelId="{A45D70F2-92CB-4B5A-B3EA-8E76483DF5D7}" type="pres">
      <dgm:prSet presAssocID="{1782B965-2366-4705-B6F1-A120E4B51713}" presName="sibTrans" presStyleCnt="0"/>
      <dgm:spPr/>
    </dgm:pt>
    <dgm:pt modelId="{40B3CDED-D1BD-4121-8C2C-E21678C81869}" type="pres">
      <dgm:prSet presAssocID="{074F543D-3969-4F13-A574-F3BB96C02108}" presName="node" presStyleLbl="node1" presStyleIdx="8" presStyleCnt="13">
        <dgm:presLayoutVars>
          <dgm:bulletEnabled val="1"/>
        </dgm:presLayoutVars>
      </dgm:prSet>
      <dgm:spPr/>
    </dgm:pt>
    <dgm:pt modelId="{EEE22E0B-1998-4447-898A-D9DC70E63572}" type="pres">
      <dgm:prSet presAssocID="{7315C5AC-8B04-40D1-A01B-289552DC857F}" presName="sibTrans" presStyleCnt="0"/>
      <dgm:spPr/>
    </dgm:pt>
    <dgm:pt modelId="{5EDCB9D9-ED6F-49E0-A4BC-A2D2AA9411FF}" type="pres">
      <dgm:prSet presAssocID="{00B09B27-BA8D-4D17-B8FD-76AAD1A3C468}" presName="node" presStyleLbl="node1" presStyleIdx="9" presStyleCnt="13">
        <dgm:presLayoutVars>
          <dgm:bulletEnabled val="1"/>
        </dgm:presLayoutVars>
      </dgm:prSet>
      <dgm:spPr/>
    </dgm:pt>
    <dgm:pt modelId="{5446C100-BCAF-4DB9-921C-8E337CCCA1F3}" type="pres">
      <dgm:prSet presAssocID="{09785132-654A-4B28-90A1-CD81D249C09E}" presName="sibTrans" presStyleCnt="0"/>
      <dgm:spPr/>
    </dgm:pt>
    <dgm:pt modelId="{2EC45994-CAAD-4ED6-99FC-183CABA27D8A}" type="pres">
      <dgm:prSet presAssocID="{19146FA9-62BB-4F04-85DC-FCEFC599708E}" presName="node" presStyleLbl="node1" presStyleIdx="10" presStyleCnt="13">
        <dgm:presLayoutVars>
          <dgm:bulletEnabled val="1"/>
        </dgm:presLayoutVars>
      </dgm:prSet>
      <dgm:spPr/>
    </dgm:pt>
    <dgm:pt modelId="{FFAC694E-A23A-4E57-A06C-A1ABBDE39A2B}" type="pres">
      <dgm:prSet presAssocID="{4607247E-E85F-4E27-BFA7-93A541F1C8E8}" presName="sibTrans" presStyleCnt="0"/>
      <dgm:spPr/>
    </dgm:pt>
    <dgm:pt modelId="{1E2DEDBB-E30D-4625-ACF4-7C327BBFF4CA}" type="pres">
      <dgm:prSet presAssocID="{BC07C451-BC34-4972-B305-BFA9125E973D}" presName="node" presStyleLbl="node1" presStyleIdx="11" presStyleCnt="13">
        <dgm:presLayoutVars>
          <dgm:bulletEnabled val="1"/>
        </dgm:presLayoutVars>
      </dgm:prSet>
      <dgm:spPr/>
    </dgm:pt>
    <dgm:pt modelId="{914F3E12-5357-4387-9CD2-BDA1BBC2C54C}" type="pres">
      <dgm:prSet presAssocID="{EDA77D23-C9CD-4BDD-83E1-3EE1D23F603E}" presName="sibTrans" presStyleCnt="0"/>
      <dgm:spPr/>
    </dgm:pt>
    <dgm:pt modelId="{0CA3406C-E45E-4189-AAD7-DB81C2B453A7}" type="pres">
      <dgm:prSet presAssocID="{F23D7AE3-008D-453F-876A-8276DFD7B8D7}" presName="node" presStyleLbl="node1" presStyleIdx="12" presStyleCnt="13">
        <dgm:presLayoutVars>
          <dgm:bulletEnabled val="1"/>
        </dgm:presLayoutVars>
      </dgm:prSet>
      <dgm:spPr/>
    </dgm:pt>
  </dgm:ptLst>
  <dgm:cxnLst>
    <dgm:cxn modelId="{C15C0808-F1E8-4467-A6D1-8C2A406922EC}" type="presOf" srcId="{31CB577F-B24B-4CF4-A7FD-3E3B21D85D40}" destId="{CB814ABC-B1C9-42AD-8485-AF86C042AD50}" srcOrd="0" destOrd="0" presId="urn:microsoft.com/office/officeart/2005/8/layout/default"/>
    <dgm:cxn modelId="{0089041B-2362-4A1E-BB4F-81E2A49DCC57}" srcId="{C855182F-8B48-49A7-8AAA-5DB1CAE5A7C1}" destId="{074F543D-3969-4F13-A574-F3BB96C02108}" srcOrd="8" destOrd="0" parTransId="{151C0E84-C991-4043-BC56-B798CEE7B78C}" sibTransId="{7315C5AC-8B04-40D1-A01B-289552DC857F}"/>
    <dgm:cxn modelId="{A088B51C-5AF8-4CA8-B09A-740787D4104C}" type="presOf" srcId="{42295D94-61FA-486C-9C89-1A024321A6A1}" destId="{DBFCD245-FA74-4549-B8AB-45EC03FFF4D1}" srcOrd="0" destOrd="0" presId="urn:microsoft.com/office/officeart/2005/8/layout/default"/>
    <dgm:cxn modelId="{DE8ADE23-A086-4EA6-BCBA-3469FE750786}" type="presOf" srcId="{30B05C1C-AFD0-42EF-8130-051238458A94}" destId="{6A930A3E-41A2-483F-8910-B578B87FB2FC}" srcOrd="0" destOrd="0" presId="urn:microsoft.com/office/officeart/2005/8/layout/default"/>
    <dgm:cxn modelId="{0C5F202D-A41E-45F9-8869-488536671070}" type="presOf" srcId="{6A683E9D-B92C-4E88-9049-637F6DC8D1B8}" destId="{CEEAF0CF-5D1A-486E-AA78-EE878836B391}" srcOrd="0" destOrd="0" presId="urn:microsoft.com/office/officeart/2005/8/layout/default"/>
    <dgm:cxn modelId="{C1CAE65F-EC4C-4792-84B3-A367FBE11B89}" srcId="{C855182F-8B48-49A7-8AAA-5DB1CAE5A7C1}" destId="{31CB577F-B24B-4CF4-A7FD-3E3B21D85D40}" srcOrd="4" destOrd="0" parTransId="{73FD9CA7-12EC-472F-860C-5D8C7BB71475}" sibTransId="{AF402AE7-8146-48F7-9879-3F2654D6D0DA}"/>
    <dgm:cxn modelId="{06587341-1240-4515-B54B-D1FE53D7E80A}" type="presOf" srcId="{7C97B2F3-D5FF-4555-9DCF-D98BCD2CD327}" destId="{4E499D4C-93D6-4FF0-AE1C-C131709D38B3}" srcOrd="0" destOrd="0" presId="urn:microsoft.com/office/officeart/2005/8/layout/default"/>
    <dgm:cxn modelId="{00252563-06BC-41C6-A899-1278D3A0164A}" srcId="{C855182F-8B48-49A7-8AAA-5DB1CAE5A7C1}" destId="{19146FA9-62BB-4F04-85DC-FCEFC599708E}" srcOrd="10" destOrd="0" parTransId="{E1713720-D7B1-41A2-9780-869C7C4F7352}" sibTransId="{4607247E-E85F-4E27-BFA7-93A541F1C8E8}"/>
    <dgm:cxn modelId="{8A732548-BA30-453E-B6A9-A0740828C3AE}" type="presOf" srcId="{074F543D-3969-4F13-A574-F3BB96C02108}" destId="{40B3CDED-D1BD-4121-8C2C-E21678C81869}" srcOrd="0" destOrd="0" presId="urn:microsoft.com/office/officeart/2005/8/layout/default"/>
    <dgm:cxn modelId="{5275D26B-2133-42EE-974B-612EC3979406}" type="presOf" srcId="{07E34BD7-5A1B-4705-81EE-4739DAA56A44}" destId="{105163B5-4C29-4EF5-813A-18FE13E7FE06}" srcOrd="0" destOrd="0" presId="urn:microsoft.com/office/officeart/2005/8/layout/default"/>
    <dgm:cxn modelId="{9B066650-A70E-4EBF-9449-F026F9FF079D}" type="presOf" srcId="{BC07C451-BC34-4972-B305-BFA9125E973D}" destId="{1E2DEDBB-E30D-4625-ACF4-7C327BBFF4CA}" srcOrd="0" destOrd="0" presId="urn:microsoft.com/office/officeart/2005/8/layout/default"/>
    <dgm:cxn modelId="{270ECC50-8F19-4E01-A149-16A62EE565FB}" type="presOf" srcId="{C855182F-8B48-49A7-8AAA-5DB1CAE5A7C1}" destId="{DAF2ED48-6755-45A9-8C98-94E92FBD5DFD}" srcOrd="0" destOrd="0" presId="urn:microsoft.com/office/officeart/2005/8/layout/default"/>
    <dgm:cxn modelId="{ED831194-BB83-4377-8D41-5D913A763C26}" type="presOf" srcId="{71968D9F-1879-4469-B308-120EDE03A632}" destId="{245BA520-09FE-4008-A4E1-8C17628FD94B}" srcOrd="0" destOrd="0" presId="urn:microsoft.com/office/officeart/2005/8/layout/default"/>
    <dgm:cxn modelId="{2256CB95-FE0E-4A9B-810C-3448CEA4EE7E}" srcId="{C855182F-8B48-49A7-8AAA-5DB1CAE5A7C1}" destId="{6A683E9D-B92C-4E88-9049-637F6DC8D1B8}" srcOrd="0" destOrd="0" parTransId="{C970EACA-BAD8-4BA2-89B1-E11CE877F757}" sibTransId="{4C3FF501-5E1D-426D-8FBB-C79B242FE22B}"/>
    <dgm:cxn modelId="{BA1F40A9-F41D-4594-8DC0-3FBB41D9A7DE}" type="presOf" srcId="{F23D7AE3-008D-453F-876A-8276DFD7B8D7}" destId="{0CA3406C-E45E-4189-AAD7-DB81C2B453A7}" srcOrd="0" destOrd="0" presId="urn:microsoft.com/office/officeart/2005/8/layout/default"/>
    <dgm:cxn modelId="{DFA343AB-BBC1-4046-A6B5-F10DF332A748}" srcId="{C855182F-8B48-49A7-8AAA-5DB1CAE5A7C1}" destId="{42295D94-61FA-486C-9C89-1A024321A6A1}" srcOrd="1" destOrd="0" parTransId="{9D370AF0-9D50-4D7F-9162-2EF1DD7DC889}" sibTransId="{6D4A0275-1E59-4C86-BC43-D03BF0DA1B16}"/>
    <dgm:cxn modelId="{ABB8D2BC-7372-4D95-AEB4-DFFBBB792777}" srcId="{C855182F-8B48-49A7-8AAA-5DB1CAE5A7C1}" destId="{BC07C451-BC34-4972-B305-BFA9125E973D}" srcOrd="11" destOrd="0" parTransId="{CA163C99-E45B-4F11-A38E-68A1F82A08A1}" sibTransId="{EDA77D23-C9CD-4BDD-83E1-3EE1D23F603E}"/>
    <dgm:cxn modelId="{B2E053C0-F600-4686-B5A4-FC26F555F347}" type="presOf" srcId="{19146FA9-62BB-4F04-85DC-FCEFC599708E}" destId="{2EC45994-CAAD-4ED6-99FC-183CABA27D8A}" srcOrd="0" destOrd="0" presId="urn:microsoft.com/office/officeart/2005/8/layout/default"/>
    <dgm:cxn modelId="{A1CEDFC6-1EF4-4B40-8412-8ED3ABDCBF1C}" srcId="{C855182F-8B48-49A7-8AAA-5DB1CAE5A7C1}" destId="{7C97B2F3-D5FF-4555-9DCF-D98BCD2CD327}" srcOrd="3" destOrd="0" parTransId="{9EDAD659-634E-4A86-817A-EDEE8402AC56}" sibTransId="{4495C945-93B7-4E33-8F27-9CA8A8B246AC}"/>
    <dgm:cxn modelId="{1F2C74C8-CAB3-4BBE-84C9-2C87B84C1DDC}" type="presOf" srcId="{2B172585-FA2A-4480-8B42-62964A889836}" destId="{5AC7265B-109C-4EEC-B3CC-C07D280A9729}" srcOrd="0" destOrd="0" presId="urn:microsoft.com/office/officeart/2005/8/layout/default"/>
    <dgm:cxn modelId="{069B97DD-8EB5-43D7-AB36-1152B590E8E7}" srcId="{C855182F-8B48-49A7-8AAA-5DB1CAE5A7C1}" destId="{71968D9F-1879-4469-B308-120EDE03A632}" srcOrd="5" destOrd="0" parTransId="{8644E44F-70AB-4434-83EF-0560EA455F6E}" sibTransId="{C34E6FFC-4609-48A2-8BE0-2F3A8D828C42}"/>
    <dgm:cxn modelId="{6FEA38E6-754D-40B8-B39F-F68C0CF92DD0}" srcId="{C855182F-8B48-49A7-8AAA-5DB1CAE5A7C1}" destId="{30B05C1C-AFD0-42EF-8130-051238458A94}" srcOrd="6" destOrd="0" parTransId="{25531236-A71C-4FAC-869C-2FA02FDB9F42}" sibTransId="{9047EC91-15E7-4245-A4C1-DE1CA23C5706}"/>
    <dgm:cxn modelId="{1ECB2DE7-2B82-44E4-B762-73E8882002C8}" srcId="{C855182F-8B48-49A7-8AAA-5DB1CAE5A7C1}" destId="{2B172585-FA2A-4480-8B42-62964A889836}" srcOrd="7" destOrd="0" parTransId="{4033AE4E-2E47-4DFD-BF8D-D5D480C32BB7}" sibTransId="{1782B965-2366-4705-B6F1-A120E4B51713}"/>
    <dgm:cxn modelId="{C42C46E7-7265-4D79-94AB-7185AB91BC84}" srcId="{C855182F-8B48-49A7-8AAA-5DB1CAE5A7C1}" destId="{00B09B27-BA8D-4D17-B8FD-76AAD1A3C468}" srcOrd="9" destOrd="0" parTransId="{92E1287F-1266-41C2-BB62-31D512A548A3}" sibTransId="{09785132-654A-4B28-90A1-CD81D249C09E}"/>
    <dgm:cxn modelId="{EEB0CAEB-59B1-4EC2-9816-8B4A1E63C134}" type="presOf" srcId="{00B09B27-BA8D-4D17-B8FD-76AAD1A3C468}" destId="{5EDCB9D9-ED6F-49E0-A4BC-A2D2AA9411FF}" srcOrd="0" destOrd="0" presId="urn:microsoft.com/office/officeart/2005/8/layout/default"/>
    <dgm:cxn modelId="{EF2774FB-1071-454D-A4B2-500E60A119CD}" srcId="{C855182F-8B48-49A7-8AAA-5DB1CAE5A7C1}" destId="{07E34BD7-5A1B-4705-81EE-4739DAA56A44}" srcOrd="2" destOrd="0" parTransId="{0C1DDCD8-5E93-46EE-BDAB-D55B059B8BA7}" sibTransId="{12817695-5213-491F-85C1-817CFEA66245}"/>
    <dgm:cxn modelId="{D42BE8FD-FD05-41A7-B9EB-DDDEE01CCF72}" srcId="{C855182F-8B48-49A7-8AAA-5DB1CAE5A7C1}" destId="{F23D7AE3-008D-453F-876A-8276DFD7B8D7}" srcOrd="12" destOrd="0" parTransId="{8CA8668E-A042-431D-A3F2-71EAEE8DE387}" sibTransId="{CDEB7190-6C62-4338-A27C-353266386484}"/>
    <dgm:cxn modelId="{AC849278-A310-4DE7-8210-E5EF89A50329}" type="presParOf" srcId="{DAF2ED48-6755-45A9-8C98-94E92FBD5DFD}" destId="{CEEAF0CF-5D1A-486E-AA78-EE878836B391}" srcOrd="0" destOrd="0" presId="urn:microsoft.com/office/officeart/2005/8/layout/default"/>
    <dgm:cxn modelId="{2137A780-4A37-4FC1-A96C-4BC053EDA3BC}" type="presParOf" srcId="{DAF2ED48-6755-45A9-8C98-94E92FBD5DFD}" destId="{50C7604F-C5ED-410C-8359-399B729F0139}" srcOrd="1" destOrd="0" presId="urn:microsoft.com/office/officeart/2005/8/layout/default"/>
    <dgm:cxn modelId="{B5F5CB87-E6ED-42DB-A28E-3B75F311FB0C}" type="presParOf" srcId="{DAF2ED48-6755-45A9-8C98-94E92FBD5DFD}" destId="{DBFCD245-FA74-4549-B8AB-45EC03FFF4D1}" srcOrd="2" destOrd="0" presId="urn:microsoft.com/office/officeart/2005/8/layout/default"/>
    <dgm:cxn modelId="{FD913875-641F-48DB-A7CD-D3E51768E449}" type="presParOf" srcId="{DAF2ED48-6755-45A9-8C98-94E92FBD5DFD}" destId="{362794BD-840A-4350-B672-4F4261F81D0E}" srcOrd="3" destOrd="0" presId="urn:microsoft.com/office/officeart/2005/8/layout/default"/>
    <dgm:cxn modelId="{84B796E0-72FC-46F7-82B9-8EB131AE2A9A}" type="presParOf" srcId="{DAF2ED48-6755-45A9-8C98-94E92FBD5DFD}" destId="{105163B5-4C29-4EF5-813A-18FE13E7FE06}" srcOrd="4" destOrd="0" presId="urn:microsoft.com/office/officeart/2005/8/layout/default"/>
    <dgm:cxn modelId="{77FCCAE3-94B7-497E-A2FE-F432D86E6284}" type="presParOf" srcId="{DAF2ED48-6755-45A9-8C98-94E92FBD5DFD}" destId="{D303CB2A-16FA-4518-BB5F-A4ADAEE5D457}" srcOrd="5" destOrd="0" presId="urn:microsoft.com/office/officeart/2005/8/layout/default"/>
    <dgm:cxn modelId="{599DB61D-4593-4741-8543-7A1759EF1D92}" type="presParOf" srcId="{DAF2ED48-6755-45A9-8C98-94E92FBD5DFD}" destId="{4E499D4C-93D6-4FF0-AE1C-C131709D38B3}" srcOrd="6" destOrd="0" presId="urn:microsoft.com/office/officeart/2005/8/layout/default"/>
    <dgm:cxn modelId="{334F3A26-8BEC-47A9-9043-4B5FAB61F0CC}" type="presParOf" srcId="{DAF2ED48-6755-45A9-8C98-94E92FBD5DFD}" destId="{8FF6B6BF-2145-49F3-9E69-2150AF40954E}" srcOrd="7" destOrd="0" presId="urn:microsoft.com/office/officeart/2005/8/layout/default"/>
    <dgm:cxn modelId="{491AD0AD-1FB1-4D4F-804A-42DA513DCB29}" type="presParOf" srcId="{DAF2ED48-6755-45A9-8C98-94E92FBD5DFD}" destId="{CB814ABC-B1C9-42AD-8485-AF86C042AD50}" srcOrd="8" destOrd="0" presId="urn:microsoft.com/office/officeart/2005/8/layout/default"/>
    <dgm:cxn modelId="{AEA0AD4F-6EC1-418C-8C35-0A4F68F4BCBA}" type="presParOf" srcId="{DAF2ED48-6755-45A9-8C98-94E92FBD5DFD}" destId="{A5F065EB-069C-4C15-B4B0-B68FED10795E}" srcOrd="9" destOrd="0" presId="urn:microsoft.com/office/officeart/2005/8/layout/default"/>
    <dgm:cxn modelId="{9548E23B-B6CC-4265-9B65-37490A002E9A}" type="presParOf" srcId="{DAF2ED48-6755-45A9-8C98-94E92FBD5DFD}" destId="{245BA520-09FE-4008-A4E1-8C17628FD94B}" srcOrd="10" destOrd="0" presId="urn:microsoft.com/office/officeart/2005/8/layout/default"/>
    <dgm:cxn modelId="{18E3234A-FCA3-44A1-86E9-2E7BCBCC1837}" type="presParOf" srcId="{DAF2ED48-6755-45A9-8C98-94E92FBD5DFD}" destId="{CA3457DB-6CAD-473D-8D73-C1CA164439F1}" srcOrd="11" destOrd="0" presId="urn:microsoft.com/office/officeart/2005/8/layout/default"/>
    <dgm:cxn modelId="{B66FC18B-8716-4D35-8710-DEBF58F581FC}" type="presParOf" srcId="{DAF2ED48-6755-45A9-8C98-94E92FBD5DFD}" destId="{6A930A3E-41A2-483F-8910-B578B87FB2FC}" srcOrd="12" destOrd="0" presId="urn:microsoft.com/office/officeart/2005/8/layout/default"/>
    <dgm:cxn modelId="{A418DEFB-CF25-4525-89EC-2504EDD68A43}" type="presParOf" srcId="{DAF2ED48-6755-45A9-8C98-94E92FBD5DFD}" destId="{0D9E4D4C-F4D6-4F9A-973B-A28015B2840C}" srcOrd="13" destOrd="0" presId="urn:microsoft.com/office/officeart/2005/8/layout/default"/>
    <dgm:cxn modelId="{C24C4C3D-EE0A-4EC4-A981-CE1D6049C52C}" type="presParOf" srcId="{DAF2ED48-6755-45A9-8C98-94E92FBD5DFD}" destId="{5AC7265B-109C-4EEC-B3CC-C07D280A9729}" srcOrd="14" destOrd="0" presId="urn:microsoft.com/office/officeart/2005/8/layout/default"/>
    <dgm:cxn modelId="{72A6D89F-4224-46AF-ADFA-75A6C9E01C5D}" type="presParOf" srcId="{DAF2ED48-6755-45A9-8C98-94E92FBD5DFD}" destId="{A45D70F2-92CB-4B5A-B3EA-8E76483DF5D7}" srcOrd="15" destOrd="0" presId="urn:microsoft.com/office/officeart/2005/8/layout/default"/>
    <dgm:cxn modelId="{D31C9C38-8009-4918-B9F9-C0511044EE41}" type="presParOf" srcId="{DAF2ED48-6755-45A9-8C98-94E92FBD5DFD}" destId="{40B3CDED-D1BD-4121-8C2C-E21678C81869}" srcOrd="16" destOrd="0" presId="urn:microsoft.com/office/officeart/2005/8/layout/default"/>
    <dgm:cxn modelId="{E440ABED-8FA1-4D3A-B99E-80FDEE66DCF8}" type="presParOf" srcId="{DAF2ED48-6755-45A9-8C98-94E92FBD5DFD}" destId="{EEE22E0B-1998-4447-898A-D9DC70E63572}" srcOrd="17" destOrd="0" presId="urn:microsoft.com/office/officeart/2005/8/layout/default"/>
    <dgm:cxn modelId="{B44E2AF5-8EDB-43A2-8A84-F763D7E6669B}" type="presParOf" srcId="{DAF2ED48-6755-45A9-8C98-94E92FBD5DFD}" destId="{5EDCB9D9-ED6F-49E0-A4BC-A2D2AA9411FF}" srcOrd="18" destOrd="0" presId="urn:microsoft.com/office/officeart/2005/8/layout/default"/>
    <dgm:cxn modelId="{5263FC64-6B25-423A-8449-6F01AC9C0825}" type="presParOf" srcId="{DAF2ED48-6755-45A9-8C98-94E92FBD5DFD}" destId="{5446C100-BCAF-4DB9-921C-8E337CCCA1F3}" srcOrd="19" destOrd="0" presId="urn:microsoft.com/office/officeart/2005/8/layout/default"/>
    <dgm:cxn modelId="{C2A7B50F-B8CE-42EA-8CEA-5FE9CB2970A8}" type="presParOf" srcId="{DAF2ED48-6755-45A9-8C98-94E92FBD5DFD}" destId="{2EC45994-CAAD-4ED6-99FC-183CABA27D8A}" srcOrd="20" destOrd="0" presId="urn:microsoft.com/office/officeart/2005/8/layout/default"/>
    <dgm:cxn modelId="{3F5B2E09-B20B-4499-B8FF-2C277AF8985E}" type="presParOf" srcId="{DAF2ED48-6755-45A9-8C98-94E92FBD5DFD}" destId="{FFAC694E-A23A-4E57-A06C-A1ABBDE39A2B}" srcOrd="21" destOrd="0" presId="urn:microsoft.com/office/officeart/2005/8/layout/default"/>
    <dgm:cxn modelId="{18F298E1-C573-4203-AAC9-1CC3AF5C1856}" type="presParOf" srcId="{DAF2ED48-6755-45A9-8C98-94E92FBD5DFD}" destId="{1E2DEDBB-E30D-4625-ACF4-7C327BBFF4CA}" srcOrd="22" destOrd="0" presId="urn:microsoft.com/office/officeart/2005/8/layout/default"/>
    <dgm:cxn modelId="{D11FDCCE-E8ED-4D65-9A36-12E516CA5F45}" type="presParOf" srcId="{DAF2ED48-6755-45A9-8C98-94E92FBD5DFD}" destId="{914F3E12-5357-4387-9CD2-BDA1BBC2C54C}" srcOrd="23" destOrd="0" presId="urn:microsoft.com/office/officeart/2005/8/layout/default"/>
    <dgm:cxn modelId="{A82083AF-1F05-4976-9DE1-9E21A2902436}" type="presParOf" srcId="{DAF2ED48-6755-45A9-8C98-94E92FBD5DFD}" destId="{0CA3406C-E45E-4189-AAD7-DB81C2B453A7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AF0CF-5D1A-486E-AA78-EE878836B391}">
      <dsp:nvSpPr>
        <dsp:cNvPr id="0" name=""/>
        <dsp:cNvSpPr/>
      </dsp:nvSpPr>
      <dsp:spPr>
        <a:xfrm>
          <a:off x="3057" y="442106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Register</a:t>
          </a:r>
        </a:p>
      </dsp:txBody>
      <dsp:txXfrm>
        <a:off x="3057" y="442106"/>
        <a:ext cx="1655634" cy="993380"/>
      </dsp:txXfrm>
    </dsp:sp>
    <dsp:sp modelId="{DBFCD245-FA74-4549-B8AB-45EC03FFF4D1}">
      <dsp:nvSpPr>
        <dsp:cNvPr id="0" name=""/>
        <dsp:cNvSpPr/>
      </dsp:nvSpPr>
      <dsp:spPr>
        <a:xfrm>
          <a:off x="1824255" y="442106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Sign in</a:t>
          </a:r>
        </a:p>
      </dsp:txBody>
      <dsp:txXfrm>
        <a:off x="1824255" y="442106"/>
        <a:ext cx="1655634" cy="993380"/>
      </dsp:txXfrm>
    </dsp:sp>
    <dsp:sp modelId="{105163B5-4C29-4EF5-813A-18FE13E7FE06}">
      <dsp:nvSpPr>
        <dsp:cNvPr id="0" name=""/>
        <dsp:cNvSpPr/>
      </dsp:nvSpPr>
      <dsp:spPr>
        <a:xfrm>
          <a:off x="3645453" y="442106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 meal</a:t>
          </a:r>
        </a:p>
      </dsp:txBody>
      <dsp:txXfrm>
        <a:off x="3645453" y="442106"/>
        <a:ext cx="1655634" cy="993380"/>
      </dsp:txXfrm>
    </dsp:sp>
    <dsp:sp modelId="{4E499D4C-93D6-4FF0-AE1C-C131709D38B3}">
      <dsp:nvSpPr>
        <dsp:cNvPr id="0" name=""/>
        <dsp:cNvSpPr/>
      </dsp:nvSpPr>
      <dsp:spPr>
        <a:xfrm>
          <a:off x="5466651" y="442106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Delete meal</a:t>
          </a:r>
        </a:p>
      </dsp:txBody>
      <dsp:txXfrm>
        <a:off x="5466651" y="442106"/>
        <a:ext cx="1655634" cy="993380"/>
      </dsp:txXfrm>
    </dsp:sp>
    <dsp:sp modelId="{CB814ABC-B1C9-42AD-8485-AF86C042AD50}">
      <dsp:nvSpPr>
        <dsp:cNvPr id="0" name=""/>
        <dsp:cNvSpPr/>
      </dsp:nvSpPr>
      <dsp:spPr>
        <a:xfrm>
          <a:off x="7287848" y="442106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Modify meal</a:t>
          </a:r>
        </a:p>
      </dsp:txBody>
      <dsp:txXfrm>
        <a:off x="7287848" y="442106"/>
        <a:ext cx="1655634" cy="993380"/>
      </dsp:txXfrm>
    </dsp:sp>
    <dsp:sp modelId="{245BA520-09FE-4008-A4E1-8C17628FD94B}">
      <dsp:nvSpPr>
        <dsp:cNvPr id="0" name=""/>
        <dsp:cNvSpPr/>
      </dsp:nvSpPr>
      <dsp:spPr>
        <a:xfrm>
          <a:off x="3057" y="1601050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Empty form</a:t>
          </a:r>
        </a:p>
      </dsp:txBody>
      <dsp:txXfrm>
        <a:off x="3057" y="1601050"/>
        <a:ext cx="1655634" cy="993380"/>
      </dsp:txXfrm>
    </dsp:sp>
    <dsp:sp modelId="{6A930A3E-41A2-483F-8910-B578B87FB2FC}">
      <dsp:nvSpPr>
        <dsp:cNvPr id="0" name=""/>
        <dsp:cNvSpPr/>
      </dsp:nvSpPr>
      <dsp:spPr>
        <a:xfrm>
          <a:off x="1824255" y="1601050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Search about meal</a:t>
          </a:r>
        </a:p>
      </dsp:txBody>
      <dsp:txXfrm>
        <a:off x="1824255" y="1601050"/>
        <a:ext cx="1655634" cy="993380"/>
      </dsp:txXfrm>
    </dsp:sp>
    <dsp:sp modelId="{5AC7265B-109C-4EEC-B3CC-C07D280A9729}">
      <dsp:nvSpPr>
        <dsp:cNvPr id="0" name=""/>
        <dsp:cNvSpPr/>
      </dsp:nvSpPr>
      <dsp:spPr>
        <a:xfrm>
          <a:off x="3645453" y="1601050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Add drink</a:t>
          </a:r>
        </a:p>
      </dsp:txBody>
      <dsp:txXfrm>
        <a:off x="3645453" y="1601050"/>
        <a:ext cx="1655634" cy="993380"/>
      </dsp:txXfrm>
    </dsp:sp>
    <dsp:sp modelId="{40B3CDED-D1BD-4121-8C2C-E21678C81869}">
      <dsp:nvSpPr>
        <dsp:cNvPr id="0" name=""/>
        <dsp:cNvSpPr/>
      </dsp:nvSpPr>
      <dsp:spPr>
        <a:xfrm>
          <a:off x="5466651" y="1601050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Delete drink</a:t>
          </a:r>
        </a:p>
      </dsp:txBody>
      <dsp:txXfrm>
        <a:off x="5466651" y="1601050"/>
        <a:ext cx="1655634" cy="993380"/>
      </dsp:txXfrm>
    </dsp:sp>
    <dsp:sp modelId="{5EDCB9D9-ED6F-49E0-A4BC-A2D2AA9411FF}">
      <dsp:nvSpPr>
        <dsp:cNvPr id="0" name=""/>
        <dsp:cNvSpPr/>
      </dsp:nvSpPr>
      <dsp:spPr>
        <a:xfrm>
          <a:off x="7287848" y="1601050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Modify drink</a:t>
          </a:r>
        </a:p>
      </dsp:txBody>
      <dsp:txXfrm>
        <a:off x="7287848" y="1601050"/>
        <a:ext cx="1655634" cy="993380"/>
      </dsp:txXfrm>
    </dsp:sp>
    <dsp:sp modelId="{2EC45994-CAAD-4ED6-99FC-183CABA27D8A}">
      <dsp:nvSpPr>
        <dsp:cNvPr id="0" name=""/>
        <dsp:cNvSpPr/>
      </dsp:nvSpPr>
      <dsp:spPr>
        <a:xfrm>
          <a:off x="1824255" y="2759994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Search about drink</a:t>
          </a:r>
        </a:p>
      </dsp:txBody>
      <dsp:txXfrm>
        <a:off x="1824255" y="2759994"/>
        <a:ext cx="1655634" cy="993380"/>
      </dsp:txXfrm>
    </dsp:sp>
    <dsp:sp modelId="{1E2DEDBB-E30D-4625-ACF4-7C327BBFF4CA}">
      <dsp:nvSpPr>
        <dsp:cNvPr id="0" name=""/>
        <dsp:cNvSpPr/>
      </dsp:nvSpPr>
      <dsp:spPr>
        <a:xfrm>
          <a:off x="3645453" y="2759994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 out</a:t>
          </a:r>
        </a:p>
      </dsp:txBody>
      <dsp:txXfrm>
        <a:off x="3645453" y="2759994"/>
        <a:ext cx="1655634" cy="993380"/>
      </dsp:txXfrm>
    </dsp:sp>
    <dsp:sp modelId="{0CA3406C-E45E-4189-AAD7-DB81C2B453A7}">
      <dsp:nvSpPr>
        <dsp:cNvPr id="0" name=""/>
        <dsp:cNvSpPr/>
      </dsp:nvSpPr>
      <dsp:spPr>
        <a:xfrm>
          <a:off x="5466651" y="2759994"/>
          <a:ext cx="1655634" cy="993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Exit</a:t>
          </a:r>
        </a:p>
      </dsp:txBody>
      <dsp:txXfrm>
        <a:off x="5466651" y="2759994"/>
        <a:ext cx="1655634" cy="993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2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4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6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2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1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3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0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28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9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0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3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9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1488F9E-0944-4B68-9B8D-8AADDEA2981C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8C5A-78AC-4422-98ED-483CC1E81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10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Wine glasses on a table">
            <a:extLst>
              <a:ext uri="{FF2B5EF4-FFF2-40B4-BE49-F238E27FC236}">
                <a16:creationId xmlns:a16="http://schemas.microsoft.com/office/drawing/2014/main" id="{3D458C5A-FF78-F538-6716-DF7E515DDA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FD022-C185-4361-89E8-A9286AF7B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/>
              <a:t>Restaurant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579C7-553C-4661-9194-C019A634A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Project in java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: Hossam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elzoghpy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262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2227-E695-4CDA-91A4-73091668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1EC46-8411-4EE5-855D-7BA7A17BD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Define project</a:t>
            </a:r>
            <a:r>
              <a:rPr lang="ar-EG" sz="28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and the purpose of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The requirements that used in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Functions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Database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Coding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322867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F1FA-6268-4A4F-8447-1F7DDEAA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Define project</a:t>
            </a:r>
            <a:r>
              <a:rPr lang="ar-EG" b="1" dirty="0"/>
              <a:t> </a:t>
            </a:r>
            <a:r>
              <a:rPr lang="en-US" b="1" dirty="0"/>
              <a:t>and the purpose of it.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542F-8AB2-45D8-AFB6-0915AF1F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project is Restaurant system used to serving the client for manage his restaurant and service his customer for buying meals and drinks </a:t>
            </a:r>
          </a:p>
        </p:txBody>
      </p:sp>
    </p:spTree>
    <p:extLst>
      <p:ext uri="{BB962C8B-B14F-4D97-AF65-F5344CB8AC3E}">
        <p14:creationId xmlns:p14="http://schemas.microsoft.com/office/powerpoint/2010/main" val="382168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B70D-C811-4383-8396-D0159079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requirements that used in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B5A9-BA4C-466A-AE1D-DA938C27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Languages</a:t>
            </a:r>
            <a:r>
              <a:rPr lang="en-US" sz="2800" dirty="0"/>
              <a:t> : java , </a:t>
            </a:r>
            <a:r>
              <a:rPr lang="en-US" sz="2800" dirty="0" err="1"/>
              <a:t>javafx</a:t>
            </a:r>
            <a:r>
              <a:rPr lang="en-US" sz="2800" dirty="0"/>
              <a:t> , </a:t>
            </a:r>
            <a:r>
              <a:rPr lang="en-US" sz="2800" dirty="0" err="1"/>
              <a:t>sql</a:t>
            </a:r>
            <a:endParaRPr lang="en-US" sz="2800" dirty="0"/>
          </a:p>
          <a:p>
            <a:r>
              <a:rPr lang="en-US" sz="2800" b="1" dirty="0"/>
              <a:t>Software</a:t>
            </a:r>
            <a:r>
              <a:rPr lang="en-US" sz="2800" dirty="0"/>
              <a:t> :</a:t>
            </a:r>
            <a:r>
              <a:rPr lang="en-US" sz="2800" dirty="0" err="1"/>
              <a:t>Netbeans</a:t>
            </a:r>
            <a:r>
              <a:rPr lang="en-US" sz="2800" dirty="0"/>
              <a:t> IDE V8.2 for : java and </a:t>
            </a:r>
            <a:r>
              <a:rPr lang="en-US" sz="2800" dirty="0" err="1"/>
              <a:t>conntect</a:t>
            </a:r>
            <a:r>
              <a:rPr lang="en-US" sz="2800" dirty="0"/>
              <a:t> to </a:t>
            </a:r>
            <a:r>
              <a:rPr lang="en-US" sz="2800" dirty="0" err="1"/>
              <a:t>javafx</a:t>
            </a:r>
            <a:r>
              <a:rPr lang="en-US" sz="2800" dirty="0"/>
              <a:t> and my </a:t>
            </a:r>
            <a:r>
              <a:rPr lang="en-US" sz="2800" dirty="0" err="1"/>
              <a:t>sql</a:t>
            </a:r>
            <a:r>
              <a:rPr lang="en-US" sz="2800" dirty="0"/>
              <a:t>, XAMPP control panel  V3.2.2  for: server , php my admin for : queries of </a:t>
            </a:r>
            <a:r>
              <a:rPr lang="en-US" sz="2800" dirty="0" err="1"/>
              <a:t>sql</a:t>
            </a:r>
            <a:r>
              <a:rPr lang="en-US" sz="2800" dirty="0"/>
              <a:t> ,Scene builder </a:t>
            </a:r>
            <a:r>
              <a:rPr lang="en-US" sz="2800" dirty="0" err="1"/>
              <a:t>for:GUI</a:t>
            </a:r>
            <a:r>
              <a:rPr lang="en-US" sz="2800" dirty="0"/>
              <a:t> </a:t>
            </a:r>
          </a:p>
          <a:p>
            <a:r>
              <a:rPr lang="en-US" sz="2800" dirty="0"/>
              <a:t>Database : MYSQL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3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CAEA-627C-4E0E-9D43-D6FC5059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Functions: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BD7C171-892D-4A64-A225-8FE83C083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742396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7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1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3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5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7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F360E-C1BE-4F34-B884-480A8C0E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Design of project</a:t>
            </a:r>
            <a:b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(Log IN)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picture containing icon&#10;&#10;Description automatically generated">
            <a:extLst>
              <a:ext uri="{FF2B5EF4-FFF2-40B4-BE49-F238E27FC236}">
                <a16:creationId xmlns:a16="http://schemas.microsoft.com/office/drawing/2014/main" id="{1BE20D68-9774-44EB-9804-CEF90D1F5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229" y="355954"/>
            <a:ext cx="3713684" cy="641956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9140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AB24C-4969-4D16-980F-C692215B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Sign Up</a:t>
            </a:r>
          </a:p>
        </p:txBody>
      </p:sp>
      <p:sp>
        <p:nvSpPr>
          <p:cNvPr id="50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picture containing icon&#10;&#10;Description automatically generated">
            <a:extLst>
              <a:ext uri="{FF2B5EF4-FFF2-40B4-BE49-F238E27FC236}">
                <a16:creationId xmlns:a16="http://schemas.microsoft.com/office/drawing/2014/main" id="{326EAFF0-DA46-4F02-85DB-8BB0FAAF0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778" y="447123"/>
            <a:ext cx="3192276" cy="62832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9570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339EA-2747-432B-A520-36E9AFA9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Main Menu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Graphical user interface, text, application, website&#10;&#10;Description automatically generated">
            <a:extLst>
              <a:ext uri="{FF2B5EF4-FFF2-40B4-BE49-F238E27FC236}">
                <a16:creationId xmlns:a16="http://schemas.microsoft.com/office/drawing/2014/main" id="{8797B871-5E85-44FC-AC3F-129307EB9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320257"/>
            <a:ext cx="6270662" cy="42170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0982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836B5-ED9D-42DF-9832-C9F1ECC2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Meals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2D596A9-6E48-4D35-946D-511F3A98E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328096"/>
            <a:ext cx="6270662" cy="420134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4800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B1DE7-5FBD-4B67-A369-A702B684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Drinks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298A8B8-98E6-4859-8F58-19ED6E08F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312419"/>
            <a:ext cx="6270662" cy="42326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63417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07164-0EB5-464D-BE3C-A54E494A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EBEBEB"/>
                </a:solidFill>
              </a:rPr>
              <a:t>Database</a:t>
            </a:r>
            <a:br>
              <a:rPr lang="en-US" sz="4000" dirty="0">
                <a:solidFill>
                  <a:srgbClr val="EBEBEB"/>
                </a:solidFill>
              </a:rPr>
            </a:br>
            <a:r>
              <a:rPr lang="en-US" sz="4000" dirty="0">
                <a:solidFill>
                  <a:srgbClr val="EBEBEB"/>
                </a:solidFill>
              </a:rPr>
              <a:t>(tables)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FD3182F9-AB2E-4BE0-9DE5-ADBDBCA6F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Table of user that content: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ID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username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password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4C609A9-F803-4C87-B369-05AB4C4DD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742513"/>
            <a:ext cx="6495847" cy="398257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9139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07164-0EB5-464D-BE3C-A54E494A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EBEBEB"/>
                </a:solidFill>
              </a:rPr>
              <a:t>Database</a:t>
            </a:r>
            <a:br>
              <a:rPr lang="en-US" sz="4000" dirty="0">
                <a:solidFill>
                  <a:srgbClr val="EBEBEB"/>
                </a:solidFill>
              </a:rPr>
            </a:br>
            <a:r>
              <a:rPr lang="en-US" sz="4000" dirty="0">
                <a:solidFill>
                  <a:srgbClr val="EBEBEB"/>
                </a:solidFill>
              </a:rPr>
              <a:t>(tables)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FD3182F9-AB2E-4BE0-9DE5-ADBDBCA6F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Table of Meals that content: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number of meal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name of meal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type of meal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cost of meal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18EDEE23-857C-496D-8E31-3282E2527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235" y="1411620"/>
            <a:ext cx="610637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0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07164-0EB5-464D-BE3C-A54E494A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EBEBEB"/>
                </a:solidFill>
              </a:rPr>
              <a:t>Database</a:t>
            </a:r>
            <a:br>
              <a:rPr lang="en-US" sz="4000" dirty="0">
                <a:solidFill>
                  <a:srgbClr val="EBEBEB"/>
                </a:solidFill>
              </a:rPr>
            </a:br>
            <a:r>
              <a:rPr lang="en-US" sz="4000" dirty="0">
                <a:solidFill>
                  <a:srgbClr val="EBEBEB"/>
                </a:solidFill>
              </a:rPr>
              <a:t>(tables)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FD3182F9-AB2E-4BE0-9DE5-ADBDBCA6F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Table of Drinks that content: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number of drink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name of drink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type of drink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sym typeface="Wingdings" panose="05000000000000000000" pitchFamily="2" charset="2"/>
              </a:rPr>
              <a:t>cost of drink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2CBB5230-7251-4020-B4B2-4BFCF7294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129" y="1780559"/>
            <a:ext cx="536332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6981A-4C1C-4DB2-A713-309681FB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CSS 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CEE43D3-C85C-49AD-B994-776663EDB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265389"/>
            <a:ext cx="6270662" cy="43267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79269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0A42D-B18C-4A69-9F5F-EF5DA2A9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Coding:</a:t>
            </a: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BFF241-76E6-47FD-852F-2F9579CE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Name of DB: restaurant </a:t>
            </a:r>
          </a:p>
          <a:p>
            <a:r>
              <a:rPr lang="en-US" dirty="0">
                <a:solidFill>
                  <a:srgbClr val="FFFFFF"/>
                </a:solidFill>
              </a:rPr>
              <a:t>Host :localhost</a:t>
            </a:r>
          </a:p>
          <a:p>
            <a:r>
              <a:rPr lang="en-US" dirty="0">
                <a:solidFill>
                  <a:srgbClr val="FFFFFF"/>
                </a:solidFill>
              </a:rPr>
              <a:t>Driver manager :MYSQL JDBC Driver</a:t>
            </a:r>
          </a:p>
          <a:p>
            <a:r>
              <a:rPr lang="en-US" dirty="0">
                <a:solidFill>
                  <a:srgbClr val="FFFFFF"/>
                </a:solidFill>
              </a:rPr>
              <a:t>User :root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B1D77EF-AA92-4CFA-87F9-F5A6D0FB83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3" t="1146" b="-1146"/>
          <a:stretch/>
        </p:blipFill>
        <p:spPr>
          <a:xfrm>
            <a:off x="5048451" y="1694176"/>
            <a:ext cx="6495847" cy="407924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17258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B0778-851B-47E4-9C34-7B673518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Insert In DB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ED28A0DC-9D3D-4B82-92C5-3218F34B2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Number of meal or drink </a:t>
            </a:r>
            <a:r>
              <a:rPr lang="en-US" sz="1800" dirty="0">
                <a:solidFill>
                  <a:srgbClr val="FFFFFF"/>
                </a:solidFill>
                <a:sym typeface="Wingdings" panose="05000000000000000000" pitchFamily="2" charset="2"/>
              </a:rPr>
              <a:t> id</a:t>
            </a:r>
          </a:p>
          <a:p>
            <a:r>
              <a:rPr lang="en-US" sz="1800" dirty="0">
                <a:solidFill>
                  <a:srgbClr val="FFFFFF"/>
                </a:solidFill>
                <a:sym typeface="Wingdings" panose="05000000000000000000" pitchFamily="2" charset="2"/>
              </a:rPr>
              <a:t>Name of meal or drink name</a:t>
            </a:r>
          </a:p>
          <a:p>
            <a:r>
              <a:rPr lang="en-US" sz="1800" dirty="0">
                <a:solidFill>
                  <a:srgbClr val="FFFFFF"/>
                </a:solidFill>
                <a:sym typeface="Wingdings" panose="05000000000000000000" pitchFamily="2" charset="2"/>
              </a:rPr>
              <a:t>Type of meal or drink  type</a:t>
            </a:r>
          </a:p>
          <a:p>
            <a:r>
              <a:rPr lang="en-US" sz="1800" dirty="0">
                <a:solidFill>
                  <a:srgbClr val="FFFFFF"/>
                </a:solidFill>
                <a:sym typeface="Wingdings" panose="05000000000000000000" pitchFamily="2" charset="2"/>
              </a:rPr>
              <a:t>Cost of meal or drink  cost</a:t>
            </a: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98FD43-E003-4CC1-98C4-8C0D77AE7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2093598"/>
            <a:ext cx="6495847" cy="32804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92453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96859-4D82-4115-AFAD-232CB427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Update</a:t>
            </a:r>
          </a:p>
        </p:txBody>
      </p:sp>
      <p:sp>
        <p:nvSpPr>
          <p:cNvPr id="31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4FB589-AE20-4963-99C9-D140ACBF5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Updating data using id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E5A5626-0C94-4E1D-954D-720C17E65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898723"/>
            <a:ext cx="6495847" cy="367015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20972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96859-4D82-4115-AFAD-232CB427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Delete in DB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647C83FA-324F-4665-9E54-B21E4E2C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Delete data using id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EEC484-0C96-467E-A56E-CF9A23A4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663248"/>
            <a:ext cx="6495847" cy="41411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09273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F7681-E78D-4363-9FAE-FA769930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Button sign in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92F763-399B-46CA-840B-A79B24BB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Take and check username and password from DB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0E62163-4F2F-488D-9227-020F38286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508972"/>
            <a:ext cx="6495847" cy="44496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12468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28A60-F5FB-47AD-8089-B9202393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Button sign up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20417E-0A97-4F01-8E3C-E6E64FA1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Go to the stage of sign up for registration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9AA139C-41F3-4B39-860C-A035E58A7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513577"/>
            <a:ext cx="6495847" cy="444044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65639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2CB7D-93B4-444D-9F9F-FAFDC1FC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Button</a:t>
            </a:r>
            <a:r>
              <a:rPr lang="en-US" sz="3200" dirty="0">
                <a:solidFill>
                  <a:srgbClr val="EBEBEB"/>
                </a:solidFill>
              </a:rPr>
              <a:t> </a:t>
            </a:r>
            <a:r>
              <a:rPr lang="en-US" sz="3200" b="1" dirty="0">
                <a:solidFill>
                  <a:srgbClr val="EBEBEB"/>
                </a:solidFill>
                <a:sym typeface="Wingdings" panose="05000000000000000000" pitchFamily="2" charset="2"/>
              </a:rPr>
              <a:t>register</a:t>
            </a:r>
            <a:endParaRPr lang="en-US" sz="3200" b="1" dirty="0">
              <a:solidFill>
                <a:srgbClr val="EBEBEB"/>
              </a:solidFill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95930D-9D49-4347-8EC9-778482F8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Insert the id , username , password in DB to make the user access in project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90F1D82-0EA8-403D-A879-A28168C7A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472708"/>
            <a:ext cx="6495847" cy="452218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2917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2CB7D-93B4-444D-9F9F-FAFDC1FC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Button</a:t>
            </a:r>
            <a:r>
              <a:rPr lang="en-US" sz="3200" dirty="0">
                <a:solidFill>
                  <a:srgbClr val="EBEBEB"/>
                </a:solidFill>
              </a:rPr>
              <a:t> </a:t>
            </a:r>
            <a:r>
              <a:rPr lang="en-US" sz="3200" b="1" dirty="0">
                <a:solidFill>
                  <a:srgbClr val="EBEBEB"/>
                </a:solidFill>
                <a:sym typeface="Wingdings" panose="05000000000000000000" pitchFamily="2" charset="2"/>
              </a:rPr>
              <a:t>log out</a:t>
            </a:r>
            <a:endParaRPr lang="en-US" sz="3200" b="1" dirty="0">
              <a:solidFill>
                <a:srgbClr val="EBEBEB"/>
              </a:solidFill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95930D-9D49-4347-8EC9-778482F8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Make user to return to the stage of sign in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0EC1B282-7BD5-4031-9F2F-854BABD7B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650" y="1143000"/>
            <a:ext cx="6448495" cy="421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07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4744E-9F9B-4530-AC75-5D1029A4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Select from table 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213A0E9-A365-4E80-BA6F-26D9CFA4C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When you choose a specific meal or drink from table a variable take the index for making changes in the meal or drink which you choose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6DB3EF-A6BA-4F15-B15B-67447906A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904" y="1447799"/>
            <a:ext cx="6178940" cy="45720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41168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DA041-78FA-456E-BBE0-8091D2AF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Searching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BBD913-A0E2-4A08-B0FA-D5AE681EF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 can easily search about meal or drink by using number or name or cost or type 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A15A1DC-816B-42C8-AF8A-888638820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1562435"/>
            <a:ext cx="6495847" cy="43427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0081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2802B-EE6C-4B43-9695-43A32A52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</a:rPr>
              <a:t>Empty form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07B604-78CC-4698-9412-8F81F5DA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 this function you can empty the form from data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E10E0D32-D881-4926-8E42-86A39E157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2081677"/>
            <a:ext cx="6495847" cy="33042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78292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D5787-D373-4B14-9CD4-AFB72CB2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837" y="1325880"/>
            <a:ext cx="354346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Question:-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7A55EFA3-321B-46DC-B8EA-6D224C06DB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136"/>
          <a:stretch/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77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240</TotalTime>
  <Words>407</Words>
  <Application>Microsoft Office PowerPoint</Application>
  <PresentationFormat>Widescreen</PresentationFormat>
  <Paragraphs>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Century Gothic</vt:lpstr>
      <vt:lpstr>Wingdings</vt:lpstr>
      <vt:lpstr>Wingdings 3</vt:lpstr>
      <vt:lpstr>Ion</vt:lpstr>
      <vt:lpstr>Restaurant System</vt:lpstr>
      <vt:lpstr>Outlines</vt:lpstr>
      <vt:lpstr>Define project and the purpose of it. </vt:lpstr>
      <vt:lpstr>The requirements that used in it</vt:lpstr>
      <vt:lpstr>Functions:</vt:lpstr>
      <vt:lpstr>Design of project (Log IN)</vt:lpstr>
      <vt:lpstr>Sign Up</vt:lpstr>
      <vt:lpstr>Main Menu</vt:lpstr>
      <vt:lpstr>Meals</vt:lpstr>
      <vt:lpstr>Drinks</vt:lpstr>
      <vt:lpstr>Database (tables)</vt:lpstr>
      <vt:lpstr>Database (tables)</vt:lpstr>
      <vt:lpstr>Database (tables)</vt:lpstr>
      <vt:lpstr>CSS </vt:lpstr>
      <vt:lpstr>Coding:</vt:lpstr>
      <vt:lpstr>Insert In DB</vt:lpstr>
      <vt:lpstr>Update</vt:lpstr>
      <vt:lpstr>Delete in DB</vt:lpstr>
      <vt:lpstr>Button sign in</vt:lpstr>
      <vt:lpstr>Button sign up</vt:lpstr>
      <vt:lpstr>Button register</vt:lpstr>
      <vt:lpstr>Button log out</vt:lpstr>
      <vt:lpstr>Select from table </vt:lpstr>
      <vt:lpstr>Searching</vt:lpstr>
      <vt:lpstr>Empty form</vt:lpstr>
      <vt:lpstr>Question:-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System</dc:title>
  <dc:creator>hossam ahmed</dc:creator>
  <cp:lastModifiedBy>Hossam Asaad Elzoghpy</cp:lastModifiedBy>
  <cp:revision>21</cp:revision>
  <dcterms:created xsi:type="dcterms:W3CDTF">2021-03-24T08:55:14Z</dcterms:created>
  <dcterms:modified xsi:type="dcterms:W3CDTF">2022-09-05T21:02:30Z</dcterms:modified>
</cp:coreProperties>
</file>